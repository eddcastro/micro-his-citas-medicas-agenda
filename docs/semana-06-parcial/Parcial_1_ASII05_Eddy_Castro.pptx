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Modulo ASII-05. Flujo: solicitud, validacion de disponibilidad y confirmacion o cancelacion de cita. La defensa recorre actores, UML, requisitos, SOLID, capas, Repository y contrato API, y cierra con un cambio practico sobre concurrencia.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cinco casos de uso salen de los actores. Cada requisito esta codificado para poder trazarlo hasta una prueba. Los 15 criterios de aceptacion son verificables: cada uno tiene una prueba automatizada asociada.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principio aplicado es inversion de dependencias. La prueba de que funciona no es el diagrama: es que 22 pruebas de dominio y 19 de aplicacion se ejecutan con dobles en memoria, sin conexion 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contratos se declaran en Domain y se enlazan en AppServiceProvider. El contrato API agrega formato uniforme de errores con codigo simbolico, idempotencia en la creacion, versionado en ruta y paginacion. La frontera de microservicio se evaluo con criterios medibles: volumen, escalado, conflicto de despliegue, aislamiento de fallos y autonomia de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no es un defecto inventado para el parcial: la limitacion estaba declarada por escrito desde la semana 3 y se ajusto en la semana 4 cuando se introdujo la transaccion. El nivel de aislamiento por defecto no bloquea filas en una lectura, por eso ambas transacciones ven el horario libre.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bloqueo resuelve la concurrencia mientras la escritura pase por el modulo. El indice hace imposible el estado invalido con independencia de quien escriba. Limite conocido: el indice cubre el inicio exacto, no el solape parcial; ese caso lo detecta la consulta de cruce bajo bloqueo.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total incluye las pruebas de los modulos 03 y 20, lo que demuestra que integrar el modulo 05 no altera el comportamiento de los demas. Las cuatro decisiones sin evidencia se declaran aparte para no presentarlas como verificadas: permisos por rol, limite de solicitudes, identificador de correlacion y restriccion de exclusion por rango.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Si piden un cambio adicional en vivo, el mas seguro es exigir antelacion minima para agendar: se valida en la entidad, se ejecuta la suite y se actualiza la tabla de reglas de la especificacion para no romper la trazabilidad.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754880" cy="4754880"/>
          </a:xfrm>
          <a:prstGeom prst="ellipse">
            <a:avLst/>
          </a:prstGeom>
          <a:solidFill>
            <a:srgbClr val="1D7874">
              <a:alpha val="38000"/>
            </a:srgbClr>
          </a:solidFill>
          <a:ln w="12700">
            <a:solidFill>
              <a:srgbClr val="1D7874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023360"/>
            <a:ext cx="3108960" cy="3108960"/>
          </a:xfrm>
          <a:prstGeom prst="ellipse">
            <a:avLst/>
          </a:prstGeom>
          <a:solidFill>
            <a:srgbClr val="E8A33D">
              <a:alpha val="24000"/>
            </a:srgbClr>
          </a:solidFill>
          <a:ln w="12700">
            <a:solidFill>
              <a:srgbClr val="E8A33D">
                <a:alpha val="24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D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ASII-05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Citas médicas y agenda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529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D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de arquitectura · Primera evaluación parcial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611880"/>
            <a:ext cx="1920240" cy="32004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9776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Eddy Adolfo Castro Véliz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1890-23-16857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Sistemas II · Ing. Richard Ortíz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989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D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Hospitalario Integrado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actor al requisito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 y 2 · qué modela el módulo y qué debe cumplir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46504"/>
            <a:ext cx="457200" cy="45720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700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administrativo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9751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Registra, confirma, cancela y reagenda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548640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706624"/>
            <a:ext cx="457200" cy="45720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89888" y="2660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89888" y="29352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 la solicitud y responde la confirmación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93008"/>
            <a:ext cx="548640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666744"/>
            <a:ext cx="457200" cy="457200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6210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38953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su agenda; su jornada define la disponibilidad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1572768"/>
            <a:ext cx="246888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46520" y="17190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350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0" y="1572768"/>
            <a:ext cx="246888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0" y="17190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8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2350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3035808"/>
            <a:ext cx="246888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46520" y="31821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8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813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0" y="3035808"/>
            <a:ext cx="246888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144000" y="31821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8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3813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61772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68680" y="4800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central obligatoria:  </a:t>
            </a:r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confirma una cita fuera de disponibilidad ni en un intervalo ya ocupado; la cancelación libera el horario de forma consistente.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DIP: de la regla a la estructura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· por qué el negocio no puede depender del 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controlador consulta modelos, verifica disponibilidad, busca cruces, crea la cita y notifica.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Alto acoplamiento con Eloquent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atadas a la base de datos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técnico afecta el negocio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2788920"/>
            <a:ext cx="502920" cy="384048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1600200"/>
            <a:ext cx="493776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67728" y="17830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67728" y="2148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casos de uso dependen de contratos declarados en el dominio.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AppointmentRepository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DoctorAvailabilityRepository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TenantContext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0B3C5D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800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depende de Domain, nunca al revés. Por eso 41 pruebas del módulo corren sin base de datos.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Capas, Repository y contrato API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3, 4 y 5 · de la estructura a la interfaz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760720" cy="658368"/>
          </a:xfrm>
          <a:prstGeom prst="roundRect">
            <a:avLst>
              <a:gd name="adj" fmla="val 9722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91109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formato e invoca el caso de uso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5760720" cy="658368"/>
          </a:xfrm>
          <a:prstGeom prst="roundRect">
            <a:avLst>
              <a:gd name="adj" fmla="val 9722"/>
            </a:avLst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432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6974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Orquesta; depende solo de contratos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5760720" cy="658368"/>
          </a:xfrm>
          <a:prstGeom prst="roundRect">
            <a:avLst>
              <a:gd name="adj" fmla="val 9722"/>
            </a:avLst>
          </a:prstGeom>
          <a:solidFill>
            <a:srgbClr val="8FD6BD"/>
          </a:solidFill>
          <a:ln w="12700">
            <a:solidFill>
              <a:srgbClr val="8FD6B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218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48386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Entidad, estados y reglas. Sin SQL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760720" cy="658368"/>
          </a:xfrm>
          <a:prstGeom prst="roundRect">
            <a:avLst>
              <a:gd name="adj" fmla="val 9722"/>
            </a:avLst>
          </a:prstGeom>
          <a:solidFill>
            <a:srgbClr val="5F7381"/>
          </a:solidFill>
          <a:ln w="12700">
            <a:solidFill>
              <a:srgbClr val="5F73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4005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2702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y consultas. Implementa contratos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0" y="1572768"/>
            <a:ext cx="4937760" cy="3145536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67728" y="17373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API  ·  /api/v1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67728" y="21579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7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2157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/appointments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967728" y="26151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7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2615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/{id}/confirm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967728" y="30723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7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072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/{id}/cancel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967728" y="3529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7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3529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/{id}/reschedule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967728" y="39867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78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3986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/appointments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967728" y="4434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tenant + jwt.auth en todas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" y="51023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la semana 5:  </a:t>
            </a:r>
            <a:pPr indent="0" marL="0"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no se extrae como microservicio. Cinco criterios medibles, ninguno alcanza su umbral.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práctico: la condición de carrera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limitación declarada desde la semana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DF3F2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190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1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transacción reduce la ventana, pero no la elimina sin un bloqueo explícito sobre las filas del médico.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sin bloqueo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5292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9352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A · BEGIN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285292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93592" y="29352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B · BEGIN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13232" y="34838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A · hasOverlap → libre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340156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593592" y="34838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B · hasOverlap → libre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95020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3232" y="40325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A · INSERT cita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29000" y="395020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593592" y="40325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B · INSERT cita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49884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13232" y="4581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A · COMMIT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29000" y="449884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593592" y="4581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B · COMMIT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75120" y="2487168"/>
            <a:ext cx="49377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967728" y="26517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1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67728" y="30175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15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26" name="Text 24"/>
          <p:cNvSpPr txBox="1"/>
          <p:nvPr/>
        </p:nvSpPr>
        <p:spPr>
          <a:xfrm>
            <a:off x="6967728" y="3931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activas del mismo médico en el mismo intervalo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67728" y="44348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leyeron el estado antes de que cualquiera escribiera. Una lectura no bloquea las filas que examina.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capas de defensa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pesimista en el módulo, índice único en la 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475488" cy="475488"/>
          </a:xfrm>
          <a:prstGeom prst="ellipse">
            <a:avLst/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8470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pesimista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8716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lockForUpdate sobre la agenda del médico para ese día, dentro de la transacción. La segunda solicitud espera.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un médico y un día. Bloquear más reduciría la concurrencia sin ganar nada.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65392" y="1810512"/>
            <a:ext cx="475488" cy="475488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65392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18470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único parcial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48716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tenant, médico y hora de inicio, solo para los estados que bloquean el horario.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1546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a propósito: si cubriera todos los estados, una cita cancelada seguiría ocupando su horario.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42245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dos capas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del módulo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4617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+ índice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o migración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4617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índice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129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manual en la base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5129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índice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5129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módulo que escriba directo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509760" y="5129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índice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ejecutable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termina en una prueba que corre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822960" cy="566928"/>
          </a:xfrm>
          <a:prstGeom prst="roundRect">
            <a:avLst>
              <a:gd name="adj" fmla="val 1129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1051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7121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Invariantes y transiciones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base de datos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572768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1810512"/>
            <a:ext cx="822960" cy="566928"/>
          </a:xfrm>
          <a:prstGeom prst="roundRect">
            <a:avLst>
              <a:gd name="adj" fmla="val 11290"/>
            </a:avLst>
          </a:prstGeom>
          <a:solidFill>
            <a:srgbClr val="1D7874"/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9312" y="181051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5146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287121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con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dobles en memoria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572768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810512"/>
            <a:ext cx="822960" cy="566928"/>
          </a:xfrm>
          <a:prstGeom prst="roundRect">
            <a:avLst>
              <a:gd name="adj" fmla="val 11290"/>
            </a:avLst>
          </a:prstGeom>
          <a:solidFill>
            <a:srgbClr val="8FD6BD"/>
          </a:solidFill>
          <a:ln w="12700">
            <a:solidFill>
              <a:srgbClr val="8FD6B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3952" y="181051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5146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287121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Adaptadores y SQL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base real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1572768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08592" y="1810512"/>
            <a:ext cx="822960" cy="566928"/>
          </a:xfrm>
          <a:prstGeom prst="roundRect">
            <a:avLst>
              <a:gd name="adj" fmla="val 1129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08592" y="181051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308592" y="25146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08592" y="287121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invariante bajo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simultáneas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0B3C5D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12700" dir="5400000">
              <a:srgbClr val="9FB0BA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18795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FD6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</a:t>
            </a:r>
            <a:endParaRPr lang="en-US" sz="460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4315968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aprobadas en la suite completa del proyecto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aserciones · código de salida 0 · incluye los módulos 03 y 20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32180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3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decisiones trazadas en la matriz decisión → evidencia · 4 declaradas como propuesta, sin evidencia ejecutable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1D7874">
              <a:alpha val="32000"/>
            </a:srgbClr>
          </a:solidFill>
          <a:ln w="12700">
            <a:solidFill>
              <a:srgbClr val="1D7874">
                <a:alpha val="32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sostiene la defensa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65376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10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031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actor al requisito, del requisito a la regla, de la regla a la prueba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825496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770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justificadas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06324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con su motivo, su alternativa descartada y su evidencia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611880"/>
            <a:ext cx="1069848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785616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730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declarados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02336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está implementado se dice, no se disimula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572000"/>
            <a:ext cx="1069848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D787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745736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690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cierra una deuda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98348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condición de carrera estaba documentada desde la semana 3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9436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D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feature/asii-05-semana-06-parcial-eddcastro  ·  148 pruebas  ·  código de salida 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2026-09-15T15:56:55Z</dcterms:created>
  <dcterms:modified xsi:type="dcterms:W3CDTF">2026-09-15T15:56:55Z</dcterms:modified>
</cp:coreProperties>
</file>